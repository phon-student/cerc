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06b9c77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06b9c77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06b9c77d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06b9c77d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06b9c77d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06b9c77d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06b9c77d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06b9c77d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06b9c77d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06b9c77d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06b9c77d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06b9c77d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06b9c77d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06b9c77d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06b9c77d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06b9c77d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41ec071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41ec071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06b9c77d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06b9c77d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IRIS intern update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Tse Liang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 counting via segmentation. (ongoing)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extraction from IMU signals. (success)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Activity classification using machine learning (Random Forest). (success)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(training)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IMU Data Loading (get the data from the device)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Signal Preprocessing (Butterworth low-pass filter)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Repetition Segmentation (Peak Detection of 5 reps)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Feature Extraction(12 channels x 9 features each =108 features)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Activity Classification (Random Forest Classifier)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Repetition Validation (ongoing)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 Segmentation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we gathered were in 5 reps per data, so i want to break them up into 1 rep for better feature extraction.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scipy.signal import find_peaks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find_peaks to detect peaks in filtered IMU signals.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Sets prominence threshold to 30% of the signal range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Requires minimum distance of 50 samples between peaks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Requires minimum width of 10 samples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￼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3050"/>
            <a:ext cx="9143999" cy="453738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download (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3054"/>
            <a:ext cx="9143999" cy="453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Feature Extraction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863550"/>
            <a:ext cx="309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150" y="1258735"/>
            <a:ext cx="3567849" cy="1541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302400"/>
            <a:ext cx="645187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258736"/>
            <a:ext cx="5264449" cy="19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Classification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384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RandomForestClassifier for structured, tabular feature data, </a:t>
            </a:r>
            <a:r>
              <a:rPr lang="en"/>
              <a:t>better for small and noisy dataset.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 for 108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for labels ( push up, squat, jumping jack)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4572000" y="1017725"/>
            <a:ext cx="3874800" cy="3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Load CSV.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Split into train/val/test based on file IDs.( 70/15/15 )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Apply data augmentation to training data.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Train a Random Forest classifier.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Evaluate accuracy on train, val, and test sets.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Save trained model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00" y="3603425"/>
            <a:ext cx="4404150" cy="138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done and </a:t>
            </a:r>
            <a:r>
              <a:rPr lang="en"/>
              <a:t>discussion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Counting of activity is still ongoing.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PCB will be sent out this week.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Might need to get more data, regarding </a:t>
            </a:r>
            <a:r>
              <a:rPr lang="en"/>
              <a:t>the</a:t>
            </a:r>
            <a:r>
              <a:rPr lang="en"/>
              <a:t> </a:t>
            </a:r>
            <a:r>
              <a:rPr lang="en"/>
              <a:t>training</a:t>
            </a:r>
            <a:r>
              <a:rPr lang="en"/>
              <a:t> of classifier.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8/4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Added 20 walking data as 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25" y="1976300"/>
            <a:ext cx="3704500" cy="272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775" y="1614300"/>
            <a:ext cx="4083574" cy="328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257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